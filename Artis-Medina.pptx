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2" r:id="rId8"/>
    <p:sldId id="270" r:id="rId9"/>
    <p:sldId id="263" r:id="rId10"/>
    <p:sldId id="269" r:id="rId11"/>
    <p:sldId id="264" r:id="rId12"/>
    <p:sldId id="265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A564A48-02D5-450D-8BD0-E5F91A7FEB0B}">
          <p14:sldIdLst>
            <p14:sldId id="256"/>
            <p14:sldId id="257"/>
            <p14:sldId id="258"/>
            <p14:sldId id="259"/>
            <p14:sldId id="267"/>
            <p14:sldId id="260"/>
            <p14:sldId id="262"/>
            <p14:sldId id="270"/>
            <p14:sldId id="263"/>
            <p14:sldId id="269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63AE1-0BF3-2338-D140-87F19C0DA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2D6B14-1E7A-A7FE-C617-639B191EDB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A1936-8620-9163-0E16-CD9D93C1B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6ECD98-4520-7449-4D89-D2FECBBD7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5C7268-5D91-522E-40F5-ECF2FE180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8645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19545-6CB8-459D-AD43-63721FD8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FBEB9-D1F4-EB4F-24D4-4EF152D1D9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55271-4AC3-0E6F-6352-645528928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345B1-1107-A78D-F605-75033CC23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135A2-A06D-43F4-7ED8-8E18DCB66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7158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692B2-5042-7A58-C434-937FF4970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D7DC6E-3BE7-DDD2-8042-CCF1D7BF1D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E0FB9-569A-F96D-7FAB-3C3BA3D30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9FD49-BF98-D042-8D52-A72676157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D7CC2-DB9F-4974-9E2C-CDC842713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3128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9F779-97EB-3404-BD7F-84237C197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36B3A-D50D-E49B-9EF3-8A465AD84C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C74D6B-BC08-D617-BD3E-8CA012D1A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2D0FEE-EFAB-7561-9855-6A0555A1E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F90E4-17B6-153F-C846-2A0B43EA2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4D1B3-21C7-DF54-2CCD-F5C12C10F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0031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3BC4E-1AF8-987C-1665-039648778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25A306-EEB6-6BC8-696B-8A994E7B8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2DD54E-5AC2-ABE9-E94C-22858801D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67A6E3-EBE3-AA5D-2A29-64502B533C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D653E9-D462-7EE0-D3DD-FA3126D472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EDC7A4-3AFF-D863-0BB6-B7A637DF6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5A386E-C6DE-4C2E-4510-45488999C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57C8F7-A37D-486A-DD4C-FAE8734DE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5761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7B974-5830-FB74-7B66-AD9278D4F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27A2F8-3FAA-BCB1-6B75-D985436FB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57CCE2-6D57-68EA-CA48-29D7135E5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2E8A3-1D27-ED3A-1F74-774369D4B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9649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80FA25-53DB-0B9E-23C9-6A7CD47A9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69A5FD-918E-B884-CEB1-ADBDED9BC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6CE07-874C-ADAE-B1B5-622506F26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9328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BA435-3131-88A3-F051-84711BE6A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7C566-2A22-AB39-2D7A-A6B95CC7B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FE1A74-1142-A059-E7F3-428EF29A9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B15A59-CFE2-1F3C-5E96-BDD5F7C10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01B951-CE9B-016C-58A2-089E701DE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46085-7D37-2FD6-D638-44D1004D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13707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37D3-60F4-3BD6-D22E-EAF8EAA86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16F74C-24A2-6F13-98B1-9A10FDFD0A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78DB9-220E-5516-644D-561459303C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DBEF14-B4DA-0F10-8D7E-932D05BFB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F5A7C6-2DB4-7E64-B3DB-BC2F4D9AE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CC278-07FE-A13F-EF84-31BE8B7A5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2578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182CF-B8A6-1A08-EFA2-41C66329D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DCDEC5-1BC6-2AE9-BFBA-24B2C1F2D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9407B-F9CF-1FC7-7E42-C93A71069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64281-6DA2-98D9-FB8C-80C39CD88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C58B2-F57F-8236-6C1C-196186889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2521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AB6A8F-4FE2-E8DD-3E95-0E0A6F7BA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D72B4E-F0ED-8E04-5061-EA417FD728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C1611-4FFA-A43F-8764-BA1E795F1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CA372-5F84-3402-93C0-A9B95070C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5E67B-EECA-15DE-B59E-42FEF2200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0801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FAD956-0C07-508B-F86F-391515F46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3953C9-FE30-5380-7A89-B5DE61C4A0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EC782-E14F-52F9-819D-229505BADB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DEADD8-AE2A-426F-A817-E7B3E5626E23}" type="datetimeFigureOut">
              <a:rPr lang="fr-FR" smtClean="0"/>
              <a:t>22/04/2026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0DF2EE-B0F8-BE09-344C-FBEF877E0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D612A-B321-5CE3-9D19-35DBFD19E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0B933A-F063-4391-A32C-03F9BA4D0100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39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F6EE-3F29-FC0A-F5A8-04511315A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65040" y="299403"/>
            <a:ext cx="9144000" cy="2387600"/>
          </a:xfrm>
        </p:spPr>
        <p:txBody>
          <a:bodyPr/>
          <a:lstStyle/>
          <a:p>
            <a:r>
              <a:rPr lang="fr-FR" dirty="0" err="1"/>
              <a:t>Artis</a:t>
            </a:r>
            <a:r>
              <a:rPr lang="fr-FR" dirty="0"/>
              <a:t>-Medina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7CED4B-A899-C64C-CF7F-7E93B444F9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56480" y="3116739"/>
            <a:ext cx="9144000" cy="1655762"/>
          </a:xfrm>
        </p:spPr>
        <p:txBody>
          <a:bodyPr/>
          <a:lstStyle/>
          <a:p>
            <a:r>
              <a:rPr lang="en-US" dirty="0"/>
              <a:t>Connecting artisans with the world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3BA61C-E9A9-8CCB-E1DB-95EA1690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756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03DDC-90A7-A80C-880C-55DE6EBAE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75285"/>
            <a:ext cx="10515600" cy="1325563"/>
          </a:xfrm>
        </p:spPr>
        <p:txBody>
          <a:bodyPr/>
          <a:lstStyle/>
          <a:p>
            <a:r>
              <a:rPr lang="fr-FR" dirty="0"/>
              <a:t>PROBLÈME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017AA-2785-228F-B93C-E32CF65B5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Artisans invisibles</a:t>
            </a:r>
          </a:p>
          <a:p>
            <a:r>
              <a:rPr lang="fr-FR" dirty="0"/>
              <a:t>clients ne trouvent pas authenticité</a:t>
            </a:r>
          </a:p>
          <a:p>
            <a:r>
              <a:rPr lang="fr-FR" dirty="0"/>
              <a:t>Manque de connexion humaine</a:t>
            </a:r>
          </a:p>
        </p:txBody>
      </p:sp>
    </p:spTree>
    <p:extLst>
      <p:ext uri="{BB962C8B-B14F-4D97-AF65-F5344CB8AC3E}">
        <p14:creationId xmlns:p14="http://schemas.microsoft.com/office/powerpoint/2010/main" val="1936595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78C3-D289-49F3-C862-9999979CC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12" y="3079044"/>
            <a:ext cx="10515600" cy="1325563"/>
          </a:xfrm>
        </p:spPr>
        <p:txBody>
          <a:bodyPr/>
          <a:lstStyle/>
          <a:p>
            <a:r>
              <a:rPr lang="fr-FR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59AC1-9C56-A6D2-6099-C7EA5B2C0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589145"/>
            <a:ext cx="10515600" cy="4351338"/>
          </a:xfrm>
        </p:spPr>
        <p:txBody>
          <a:bodyPr/>
          <a:lstStyle/>
          <a:p>
            <a:r>
              <a:rPr lang="fr-FR" dirty="0" err="1"/>
              <a:t>Artis</a:t>
            </a:r>
            <a:r>
              <a:rPr lang="fr-FR" dirty="0"/>
              <a:t>-Medina =</a:t>
            </a:r>
          </a:p>
          <a:p>
            <a:r>
              <a:rPr lang="fr-FR" dirty="0"/>
              <a:t> plateforme qui connecte artisans et clients</a:t>
            </a:r>
          </a:p>
          <a:p>
            <a:r>
              <a:rPr lang="fr-FR" dirty="0"/>
              <a:t>Une marketplace humaine et culturelle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C597A-2D94-DE6E-B87E-49E71F9D2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7399" y="0"/>
            <a:ext cx="3472282" cy="5201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FAA83D-0254-424F-3143-AC9723E16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411" y="2670905"/>
            <a:ext cx="3887821" cy="36181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C412346-7679-F2B1-200C-7A18F79385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00" y="194234"/>
            <a:ext cx="3472282" cy="402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055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B9B37-9813-4A42-F7E1-57F7E6890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C94EA-48FA-E39A-1D87-A73EB7FA7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just a marketplace…A human and cultural experience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669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ABDE0-9D92-A1BD-58D1-721535A75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ARTISAN DU JOUR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53E14-EF4C-9A02-F921-5B419FFA4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Mettre en avant les artisans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A6E894-F5C0-33F7-6EB5-F02FD7D14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17" y="2765584"/>
            <a:ext cx="5666665" cy="31980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EE4186-0A94-6DE7-E4E4-453D224A2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840" y="0"/>
            <a:ext cx="395732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320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5825B-A0B1-27FC-934B-679BA0EC3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STORYTELLING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E98FD83-D106-7441-61C4-B6DCBD0008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68934" y="1937385"/>
            <a:ext cx="774613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762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CB315-457A-97D4-D6A8-F2D1EA3DE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333F9-CD41-9840-A21F-93959A2F8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chat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0E7445-AADE-D3FC-FFE1-878775F01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440" y="7620"/>
            <a:ext cx="4226560" cy="684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4909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65933-8396-E81A-BB8C-4E967E44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2E1FB9-66CE-41A5-5509-C3FDFFFA6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35121" y="1849120"/>
            <a:ext cx="3616959" cy="485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6848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3DCDD-0180-A425-58F7-59A2BDC89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DEMO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674B7-8BD9-8947-F409-E21D8DA44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CB461A-2828-1522-3D9C-D402D9EF4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63" y="1617883"/>
            <a:ext cx="3254057" cy="48749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4C3383-15FB-EAD5-C7CE-716829D54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5567" y="1288023"/>
            <a:ext cx="2485073" cy="10752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ED18C37-C50A-34FE-CCB7-6929F4F02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344" y="2035492"/>
            <a:ext cx="5374639" cy="3715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151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36EE4-2EF7-3401-B9F9-99D4E29A0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01220-481C-19B2-03D8-0DF109483B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16520" y="71120"/>
            <a:ext cx="4031419" cy="65328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1C4393-FB3E-4E55-CD3C-2D115B392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120"/>
            <a:ext cx="5733243" cy="32207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1489D6A-3705-2E6A-9D39-EE347ABCD3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6369" y="2975745"/>
            <a:ext cx="5152390" cy="362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086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E90F6-105A-AD1F-9FA5-234BD51E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01E1-498F-56BE-3D20-FBB177D8FF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Modern UI</a:t>
            </a:r>
          </a:p>
          <a:p>
            <a:r>
              <a:rPr lang="fr-FR" dirty="0"/>
              <a:t>Visual-first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0F6106-0E62-CF54-A0D2-571A4A017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2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205AB-FEA8-07E6-3560-2C0232770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05765"/>
            <a:ext cx="10515600" cy="1325563"/>
          </a:xfrm>
        </p:spPr>
        <p:txBody>
          <a:bodyPr/>
          <a:lstStyle/>
          <a:p>
            <a:r>
              <a:rPr lang="fr-FR" dirty="0"/>
              <a:t>IMPACT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7AF1-820D-D701-7938-C7057E7E0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00" y="1998345"/>
            <a:ext cx="10515600" cy="4351338"/>
          </a:xfrm>
        </p:spPr>
        <p:txBody>
          <a:bodyPr/>
          <a:lstStyle/>
          <a:p>
            <a:r>
              <a:rPr lang="fr-FR" dirty="0"/>
              <a:t>Digitalisation</a:t>
            </a:r>
          </a:p>
          <a:p>
            <a:r>
              <a:rPr lang="fr-FR" dirty="0"/>
              <a:t>Culture</a:t>
            </a:r>
          </a:p>
          <a:p>
            <a:r>
              <a:rPr lang="fr-FR" dirty="0"/>
              <a:t>Accessibilité</a:t>
            </a:r>
          </a:p>
        </p:txBody>
      </p:sp>
    </p:spTree>
    <p:extLst>
      <p:ext uri="{BB962C8B-B14F-4D97-AF65-F5344CB8AC3E}">
        <p14:creationId xmlns:p14="http://schemas.microsoft.com/office/powerpoint/2010/main" val="4217568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67</Words>
  <Application>Microsoft Office PowerPoint</Application>
  <PresentationFormat>Widescreen</PresentationFormat>
  <Paragraphs>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Artis-Medina</vt:lpstr>
      <vt:lpstr>PROBLÈME</vt:lpstr>
      <vt:lpstr>SOLUTION</vt:lpstr>
      <vt:lpstr>VISION</vt:lpstr>
      <vt:lpstr>ARTISAN DU JOUR</vt:lpstr>
      <vt:lpstr>STORYTELLING</vt:lpstr>
      <vt:lpstr>CHAT</vt:lpstr>
      <vt:lpstr>MAP</vt:lpstr>
      <vt:lpstr>DEMO FLOW</vt:lpstr>
      <vt:lpstr>PowerPoint Presentation</vt:lpstr>
      <vt:lpstr>DESIGN</vt:lpstr>
      <vt:lpstr>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Doua TAYOUBI</dc:creator>
  <cp:lastModifiedBy>Doua TAYOUBI</cp:lastModifiedBy>
  <cp:revision>3</cp:revision>
  <dcterms:created xsi:type="dcterms:W3CDTF">2026-04-22T02:44:43Z</dcterms:created>
  <dcterms:modified xsi:type="dcterms:W3CDTF">2026-04-22T09:54:02Z</dcterms:modified>
</cp:coreProperties>
</file>